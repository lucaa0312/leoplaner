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CB74A0-7966-4C69-BA6B-81EFC0B510C5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B01144D-B74C-4BC7-A4AA-F4A6B4C5B0DC}">
      <dgm:prSet/>
      <dgm:spPr/>
      <dgm:t>
        <a:bodyPr/>
        <a:lstStyle/>
        <a:p>
          <a:r>
            <a:rPr lang="de-AT"/>
            <a:t>Git hub Projekt</a:t>
          </a:r>
          <a:endParaRPr lang="en-US"/>
        </a:p>
      </dgm:t>
    </dgm:pt>
    <dgm:pt modelId="{AFCE88C0-EE5E-4977-B5CE-048644FF8A70}" type="parTrans" cxnId="{8305368B-0487-48B8-9D50-F3C2F64F623B}">
      <dgm:prSet/>
      <dgm:spPr/>
      <dgm:t>
        <a:bodyPr/>
        <a:lstStyle/>
        <a:p>
          <a:endParaRPr lang="en-US"/>
        </a:p>
      </dgm:t>
    </dgm:pt>
    <dgm:pt modelId="{6380CE8F-8E6D-4B8B-84C1-2FD3E3427AFD}" type="sibTrans" cxnId="{8305368B-0487-48B8-9D50-F3C2F64F623B}">
      <dgm:prSet/>
      <dgm:spPr/>
      <dgm:t>
        <a:bodyPr/>
        <a:lstStyle/>
        <a:p>
          <a:endParaRPr lang="en-US"/>
        </a:p>
      </dgm:t>
    </dgm:pt>
    <dgm:pt modelId="{42AF90ED-527C-4112-A176-320DF6C05486}">
      <dgm:prSet/>
      <dgm:spPr/>
      <dgm:t>
        <a:bodyPr/>
        <a:lstStyle/>
        <a:p>
          <a:r>
            <a:rPr lang="de-AT" dirty="0"/>
            <a:t>Klassendiagramm</a:t>
          </a:r>
          <a:endParaRPr lang="en-US" dirty="0"/>
        </a:p>
      </dgm:t>
    </dgm:pt>
    <dgm:pt modelId="{D3D4D27A-2085-4777-A74D-79206224A94E}" type="parTrans" cxnId="{314E77D8-2B3D-4185-804C-FDC74089789E}">
      <dgm:prSet/>
      <dgm:spPr/>
      <dgm:t>
        <a:bodyPr/>
        <a:lstStyle/>
        <a:p>
          <a:endParaRPr lang="en-US"/>
        </a:p>
      </dgm:t>
    </dgm:pt>
    <dgm:pt modelId="{95625F3E-831A-4AFF-B0B4-E461C11A0994}" type="sibTrans" cxnId="{314E77D8-2B3D-4185-804C-FDC74089789E}">
      <dgm:prSet/>
      <dgm:spPr/>
      <dgm:t>
        <a:bodyPr/>
        <a:lstStyle/>
        <a:p>
          <a:endParaRPr lang="en-US"/>
        </a:p>
      </dgm:t>
    </dgm:pt>
    <dgm:pt modelId="{6C69D5C2-9EC4-4C52-B685-BAB4283FE80C}">
      <dgm:prSet/>
      <dgm:spPr/>
      <dgm:t>
        <a:bodyPr/>
        <a:lstStyle/>
        <a:p>
          <a:r>
            <a:rPr lang="de-AT"/>
            <a:t>Datenbank erstellt</a:t>
          </a:r>
          <a:endParaRPr lang="en-US"/>
        </a:p>
      </dgm:t>
    </dgm:pt>
    <dgm:pt modelId="{AB85C96E-F39B-4FAB-846B-064ABB472836}" type="parTrans" cxnId="{ACA8B76B-7C1E-4009-8A55-44A6E110867B}">
      <dgm:prSet/>
      <dgm:spPr/>
      <dgm:t>
        <a:bodyPr/>
        <a:lstStyle/>
        <a:p>
          <a:endParaRPr lang="en-US"/>
        </a:p>
      </dgm:t>
    </dgm:pt>
    <dgm:pt modelId="{387B5A98-7345-44B0-A8A1-EEC96CA50A70}" type="sibTrans" cxnId="{ACA8B76B-7C1E-4009-8A55-44A6E110867B}">
      <dgm:prSet/>
      <dgm:spPr/>
      <dgm:t>
        <a:bodyPr/>
        <a:lstStyle/>
        <a:p>
          <a:endParaRPr lang="en-US"/>
        </a:p>
      </dgm:t>
    </dgm:pt>
    <dgm:pt modelId="{1CBAD66E-D6C7-4A10-9DF0-B0A0F5A8F3B0}">
      <dgm:prSet/>
      <dgm:spPr/>
      <dgm:t>
        <a:bodyPr/>
        <a:lstStyle/>
        <a:p>
          <a:r>
            <a:rPr lang="de-AT" dirty="0"/>
            <a:t>Marketing / Logo </a:t>
          </a:r>
          <a:endParaRPr lang="en-US" dirty="0"/>
        </a:p>
      </dgm:t>
    </dgm:pt>
    <dgm:pt modelId="{59094446-80C1-4A71-9858-DD16924FE2CD}" type="parTrans" cxnId="{9922A57E-84D9-4553-AB27-34F4E04AA04C}">
      <dgm:prSet/>
      <dgm:spPr/>
      <dgm:t>
        <a:bodyPr/>
        <a:lstStyle/>
        <a:p>
          <a:endParaRPr lang="en-US"/>
        </a:p>
      </dgm:t>
    </dgm:pt>
    <dgm:pt modelId="{1F9B6463-97F7-48B6-A2A2-AD289442221A}" type="sibTrans" cxnId="{9922A57E-84D9-4553-AB27-34F4E04AA04C}">
      <dgm:prSet/>
      <dgm:spPr/>
      <dgm:t>
        <a:bodyPr/>
        <a:lstStyle/>
        <a:p>
          <a:endParaRPr lang="en-US"/>
        </a:p>
      </dgm:t>
    </dgm:pt>
    <dgm:pt modelId="{D05D7431-35D4-4C2D-85B3-A613FDA80CEE}">
      <dgm:prSet/>
      <dgm:spPr/>
      <dgm:t>
        <a:bodyPr/>
        <a:lstStyle/>
        <a:p>
          <a:r>
            <a:rPr lang="de-AT" dirty="0"/>
            <a:t>Algorithmus </a:t>
          </a:r>
          <a:r>
            <a:rPr lang="de-AT" dirty="0" err="1"/>
            <a:t>Simulated</a:t>
          </a:r>
          <a:r>
            <a:rPr lang="de-AT" dirty="0"/>
            <a:t> </a:t>
          </a:r>
          <a:r>
            <a:rPr lang="de-AT" dirty="0" err="1"/>
            <a:t>Annealing</a:t>
          </a:r>
          <a:endParaRPr lang="en-US" dirty="0"/>
        </a:p>
      </dgm:t>
    </dgm:pt>
    <dgm:pt modelId="{7C8704F9-086D-4329-B573-40722EA60523}" type="parTrans" cxnId="{C824A4F7-E464-4C13-9922-FFBB776E57CC}">
      <dgm:prSet/>
      <dgm:spPr/>
      <dgm:t>
        <a:bodyPr/>
        <a:lstStyle/>
        <a:p>
          <a:endParaRPr lang="de-AT"/>
        </a:p>
      </dgm:t>
    </dgm:pt>
    <dgm:pt modelId="{E68A945A-07C2-4773-8B45-683847A53FDE}" type="sibTrans" cxnId="{C824A4F7-E464-4C13-9922-FFBB776E57CC}">
      <dgm:prSet/>
      <dgm:spPr/>
      <dgm:t>
        <a:bodyPr/>
        <a:lstStyle/>
        <a:p>
          <a:endParaRPr lang="de-AT"/>
        </a:p>
      </dgm:t>
    </dgm:pt>
    <dgm:pt modelId="{482F0948-E4AE-4B0A-B9FF-7995D17C596B}">
      <dgm:prSet/>
      <dgm:spPr/>
      <dgm:t>
        <a:bodyPr/>
        <a:lstStyle/>
        <a:p>
          <a:r>
            <a:rPr lang="de-AT"/>
            <a:t>ER- Diagramm</a:t>
          </a:r>
          <a:endParaRPr lang="en-US" dirty="0"/>
        </a:p>
      </dgm:t>
    </dgm:pt>
    <dgm:pt modelId="{667EDAA6-E859-40DF-9F70-C666BE67A5EA}" type="parTrans" cxnId="{361BE437-0127-4E3D-A539-47D97C485E1C}">
      <dgm:prSet/>
      <dgm:spPr/>
      <dgm:t>
        <a:bodyPr/>
        <a:lstStyle/>
        <a:p>
          <a:endParaRPr lang="de-AT"/>
        </a:p>
      </dgm:t>
    </dgm:pt>
    <dgm:pt modelId="{A39B8923-7171-4CA2-B0B1-4D372292F76E}" type="sibTrans" cxnId="{361BE437-0127-4E3D-A539-47D97C485E1C}">
      <dgm:prSet/>
      <dgm:spPr/>
      <dgm:t>
        <a:bodyPr/>
        <a:lstStyle/>
        <a:p>
          <a:endParaRPr lang="de-AT"/>
        </a:p>
      </dgm:t>
    </dgm:pt>
    <dgm:pt modelId="{6F9C1E10-1F6B-4A8E-991D-5B7FE4B594D5}" type="pres">
      <dgm:prSet presAssocID="{DDCB74A0-7966-4C69-BA6B-81EFC0B510C5}" presName="vert0" presStyleCnt="0">
        <dgm:presLayoutVars>
          <dgm:dir/>
          <dgm:animOne val="branch"/>
          <dgm:animLvl val="lvl"/>
        </dgm:presLayoutVars>
      </dgm:prSet>
      <dgm:spPr/>
    </dgm:pt>
    <dgm:pt modelId="{8CEABA6C-8EBE-4A18-B580-7662D8C67052}" type="pres">
      <dgm:prSet presAssocID="{5B01144D-B74C-4BC7-A4AA-F4A6B4C5B0DC}" presName="thickLine" presStyleLbl="alignNode1" presStyleIdx="0" presStyleCnt="6"/>
      <dgm:spPr/>
    </dgm:pt>
    <dgm:pt modelId="{4B26A7F2-368F-459B-B52B-4FF06220ACA1}" type="pres">
      <dgm:prSet presAssocID="{5B01144D-B74C-4BC7-A4AA-F4A6B4C5B0DC}" presName="horz1" presStyleCnt="0"/>
      <dgm:spPr/>
    </dgm:pt>
    <dgm:pt modelId="{32F8EA93-38D8-4F44-819E-7D75C482715D}" type="pres">
      <dgm:prSet presAssocID="{5B01144D-B74C-4BC7-A4AA-F4A6B4C5B0DC}" presName="tx1" presStyleLbl="revTx" presStyleIdx="0" presStyleCnt="6"/>
      <dgm:spPr/>
    </dgm:pt>
    <dgm:pt modelId="{7C8458D2-DE9E-4923-A53C-D94E58401962}" type="pres">
      <dgm:prSet presAssocID="{5B01144D-B74C-4BC7-A4AA-F4A6B4C5B0DC}" presName="vert1" presStyleCnt="0"/>
      <dgm:spPr/>
    </dgm:pt>
    <dgm:pt modelId="{F18FF9D9-494E-4998-B1BC-FA23B62019AE}" type="pres">
      <dgm:prSet presAssocID="{42AF90ED-527C-4112-A176-320DF6C05486}" presName="thickLine" presStyleLbl="alignNode1" presStyleIdx="1" presStyleCnt="6"/>
      <dgm:spPr/>
    </dgm:pt>
    <dgm:pt modelId="{6A6212F5-1E05-464F-9E8A-490A027F0A55}" type="pres">
      <dgm:prSet presAssocID="{42AF90ED-527C-4112-A176-320DF6C05486}" presName="horz1" presStyleCnt="0"/>
      <dgm:spPr/>
    </dgm:pt>
    <dgm:pt modelId="{2BD72A1B-6CE9-4624-8AD9-8629B89EDD18}" type="pres">
      <dgm:prSet presAssocID="{42AF90ED-527C-4112-A176-320DF6C05486}" presName="tx1" presStyleLbl="revTx" presStyleIdx="1" presStyleCnt="6"/>
      <dgm:spPr/>
    </dgm:pt>
    <dgm:pt modelId="{408F011D-8086-4CB6-BA97-EBAF37C1A7E6}" type="pres">
      <dgm:prSet presAssocID="{42AF90ED-527C-4112-A176-320DF6C05486}" presName="vert1" presStyleCnt="0"/>
      <dgm:spPr/>
    </dgm:pt>
    <dgm:pt modelId="{B3AFECE1-99EC-4927-AC89-DAC278BB420C}" type="pres">
      <dgm:prSet presAssocID="{D05D7431-35D4-4C2D-85B3-A613FDA80CEE}" presName="thickLine" presStyleLbl="alignNode1" presStyleIdx="2" presStyleCnt="6"/>
      <dgm:spPr/>
    </dgm:pt>
    <dgm:pt modelId="{1600C9C5-D885-4220-B3A0-891C3942C9A4}" type="pres">
      <dgm:prSet presAssocID="{D05D7431-35D4-4C2D-85B3-A613FDA80CEE}" presName="horz1" presStyleCnt="0"/>
      <dgm:spPr/>
    </dgm:pt>
    <dgm:pt modelId="{3150068E-E00F-443F-965A-BCDF81036288}" type="pres">
      <dgm:prSet presAssocID="{D05D7431-35D4-4C2D-85B3-A613FDA80CEE}" presName="tx1" presStyleLbl="revTx" presStyleIdx="2" presStyleCnt="6"/>
      <dgm:spPr/>
    </dgm:pt>
    <dgm:pt modelId="{74A45911-693B-4621-81A2-FC77DEEC503B}" type="pres">
      <dgm:prSet presAssocID="{D05D7431-35D4-4C2D-85B3-A613FDA80CEE}" presName="vert1" presStyleCnt="0"/>
      <dgm:spPr/>
    </dgm:pt>
    <dgm:pt modelId="{73BF2865-60F6-4E5C-B1D0-B62024B61690}" type="pres">
      <dgm:prSet presAssocID="{482F0948-E4AE-4B0A-B9FF-7995D17C596B}" presName="thickLine" presStyleLbl="alignNode1" presStyleIdx="3" presStyleCnt="6"/>
      <dgm:spPr/>
    </dgm:pt>
    <dgm:pt modelId="{0EBA549A-8DCA-4DEE-A8C3-20655CAF285F}" type="pres">
      <dgm:prSet presAssocID="{482F0948-E4AE-4B0A-B9FF-7995D17C596B}" presName="horz1" presStyleCnt="0"/>
      <dgm:spPr/>
    </dgm:pt>
    <dgm:pt modelId="{DA070746-36E9-4570-942B-79747364E26D}" type="pres">
      <dgm:prSet presAssocID="{482F0948-E4AE-4B0A-B9FF-7995D17C596B}" presName="tx1" presStyleLbl="revTx" presStyleIdx="3" presStyleCnt="6"/>
      <dgm:spPr/>
    </dgm:pt>
    <dgm:pt modelId="{370FA921-1BA2-4098-BBBD-EB408C91DFEF}" type="pres">
      <dgm:prSet presAssocID="{482F0948-E4AE-4B0A-B9FF-7995D17C596B}" presName="vert1" presStyleCnt="0"/>
      <dgm:spPr/>
    </dgm:pt>
    <dgm:pt modelId="{5BB1D1AF-D086-469D-8451-6554552287A0}" type="pres">
      <dgm:prSet presAssocID="{6C69D5C2-9EC4-4C52-B685-BAB4283FE80C}" presName="thickLine" presStyleLbl="alignNode1" presStyleIdx="4" presStyleCnt="6"/>
      <dgm:spPr/>
    </dgm:pt>
    <dgm:pt modelId="{7523A523-AC22-46E3-A58C-CE908B939464}" type="pres">
      <dgm:prSet presAssocID="{6C69D5C2-9EC4-4C52-B685-BAB4283FE80C}" presName="horz1" presStyleCnt="0"/>
      <dgm:spPr/>
    </dgm:pt>
    <dgm:pt modelId="{34458AB6-B6F0-4E10-96A2-CEDC389A6ECD}" type="pres">
      <dgm:prSet presAssocID="{6C69D5C2-9EC4-4C52-B685-BAB4283FE80C}" presName="tx1" presStyleLbl="revTx" presStyleIdx="4" presStyleCnt="6"/>
      <dgm:spPr/>
    </dgm:pt>
    <dgm:pt modelId="{B33C8BC1-B397-4069-9902-D8EC3365D018}" type="pres">
      <dgm:prSet presAssocID="{6C69D5C2-9EC4-4C52-B685-BAB4283FE80C}" presName="vert1" presStyleCnt="0"/>
      <dgm:spPr/>
    </dgm:pt>
    <dgm:pt modelId="{BC6B5112-7749-4BD4-9EE0-96FB5C121B9F}" type="pres">
      <dgm:prSet presAssocID="{1CBAD66E-D6C7-4A10-9DF0-B0A0F5A8F3B0}" presName="thickLine" presStyleLbl="alignNode1" presStyleIdx="5" presStyleCnt="6"/>
      <dgm:spPr/>
    </dgm:pt>
    <dgm:pt modelId="{05A8AFD7-B694-4D3B-92EE-B1E2B1084518}" type="pres">
      <dgm:prSet presAssocID="{1CBAD66E-D6C7-4A10-9DF0-B0A0F5A8F3B0}" presName="horz1" presStyleCnt="0"/>
      <dgm:spPr/>
    </dgm:pt>
    <dgm:pt modelId="{BEA7C867-AAFA-4A49-A666-B01EFA3EC73C}" type="pres">
      <dgm:prSet presAssocID="{1CBAD66E-D6C7-4A10-9DF0-B0A0F5A8F3B0}" presName="tx1" presStyleLbl="revTx" presStyleIdx="5" presStyleCnt="6"/>
      <dgm:spPr/>
    </dgm:pt>
    <dgm:pt modelId="{927A059F-2E04-4388-9E61-BDB775BC0A52}" type="pres">
      <dgm:prSet presAssocID="{1CBAD66E-D6C7-4A10-9DF0-B0A0F5A8F3B0}" presName="vert1" presStyleCnt="0"/>
      <dgm:spPr/>
    </dgm:pt>
  </dgm:ptLst>
  <dgm:cxnLst>
    <dgm:cxn modelId="{FB0E8E00-5CF0-447D-AC98-6163AB6C99E9}" type="presOf" srcId="{5B01144D-B74C-4BC7-A4AA-F4A6B4C5B0DC}" destId="{32F8EA93-38D8-4F44-819E-7D75C482715D}" srcOrd="0" destOrd="0" presId="urn:microsoft.com/office/officeart/2008/layout/LinedList"/>
    <dgm:cxn modelId="{8264A413-1865-4CD8-A038-F99AA8480EC4}" type="presOf" srcId="{D05D7431-35D4-4C2D-85B3-A613FDA80CEE}" destId="{3150068E-E00F-443F-965A-BCDF81036288}" srcOrd="0" destOrd="0" presId="urn:microsoft.com/office/officeart/2008/layout/LinedList"/>
    <dgm:cxn modelId="{361BE437-0127-4E3D-A539-47D97C485E1C}" srcId="{DDCB74A0-7966-4C69-BA6B-81EFC0B510C5}" destId="{482F0948-E4AE-4B0A-B9FF-7995D17C596B}" srcOrd="3" destOrd="0" parTransId="{667EDAA6-E859-40DF-9F70-C666BE67A5EA}" sibTransId="{A39B8923-7171-4CA2-B0B1-4D372292F76E}"/>
    <dgm:cxn modelId="{ACA8B76B-7C1E-4009-8A55-44A6E110867B}" srcId="{DDCB74A0-7966-4C69-BA6B-81EFC0B510C5}" destId="{6C69D5C2-9EC4-4C52-B685-BAB4283FE80C}" srcOrd="4" destOrd="0" parTransId="{AB85C96E-F39B-4FAB-846B-064ABB472836}" sibTransId="{387B5A98-7345-44B0-A8A1-EEC96CA50A70}"/>
    <dgm:cxn modelId="{E24E9C6F-29CF-436F-84A1-8CAEB2A0E81F}" type="presOf" srcId="{DDCB74A0-7966-4C69-BA6B-81EFC0B510C5}" destId="{6F9C1E10-1F6B-4A8E-991D-5B7FE4B594D5}" srcOrd="0" destOrd="0" presId="urn:microsoft.com/office/officeart/2008/layout/LinedList"/>
    <dgm:cxn modelId="{9922A57E-84D9-4553-AB27-34F4E04AA04C}" srcId="{DDCB74A0-7966-4C69-BA6B-81EFC0B510C5}" destId="{1CBAD66E-D6C7-4A10-9DF0-B0A0F5A8F3B0}" srcOrd="5" destOrd="0" parTransId="{59094446-80C1-4A71-9858-DD16924FE2CD}" sibTransId="{1F9B6463-97F7-48B6-A2A2-AD289442221A}"/>
    <dgm:cxn modelId="{8305368B-0487-48B8-9D50-F3C2F64F623B}" srcId="{DDCB74A0-7966-4C69-BA6B-81EFC0B510C5}" destId="{5B01144D-B74C-4BC7-A4AA-F4A6B4C5B0DC}" srcOrd="0" destOrd="0" parTransId="{AFCE88C0-EE5E-4977-B5CE-048644FF8A70}" sibTransId="{6380CE8F-8E6D-4B8B-84C1-2FD3E3427AFD}"/>
    <dgm:cxn modelId="{5714BB8D-2047-4849-9C49-CA2956EAB8A5}" type="presOf" srcId="{1CBAD66E-D6C7-4A10-9DF0-B0A0F5A8F3B0}" destId="{BEA7C867-AAFA-4A49-A666-B01EFA3EC73C}" srcOrd="0" destOrd="0" presId="urn:microsoft.com/office/officeart/2008/layout/LinedList"/>
    <dgm:cxn modelId="{CBCE85AB-20E7-4DEC-B3F4-CE99250EDC63}" type="presOf" srcId="{6C69D5C2-9EC4-4C52-B685-BAB4283FE80C}" destId="{34458AB6-B6F0-4E10-96A2-CEDC389A6ECD}" srcOrd="0" destOrd="0" presId="urn:microsoft.com/office/officeart/2008/layout/LinedList"/>
    <dgm:cxn modelId="{E6D74DAF-AFC5-43FF-B257-D49FDAF81027}" type="presOf" srcId="{42AF90ED-527C-4112-A176-320DF6C05486}" destId="{2BD72A1B-6CE9-4624-8AD9-8629B89EDD18}" srcOrd="0" destOrd="0" presId="urn:microsoft.com/office/officeart/2008/layout/LinedList"/>
    <dgm:cxn modelId="{314E77D8-2B3D-4185-804C-FDC74089789E}" srcId="{DDCB74A0-7966-4C69-BA6B-81EFC0B510C5}" destId="{42AF90ED-527C-4112-A176-320DF6C05486}" srcOrd="1" destOrd="0" parTransId="{D3D4D27A-2085-4777-A74D-79206224A94E}" sibTransId="{95625F3E-831A-4AFF-B0B4-E461C11A0994}"/>
    <dgm:cxn modelId="{57D525F7-19DF-4161-8235-74146F21B94E}" type="presOf" srcId="{482F0948-E4AE-4B0A-B9FF-7995D17C596B}" destId="{DA070746-36E9-4570-942B-79747364E26D}" srcOrd="0" destOrd="0" presId="urn:microsoft.com/office/officeart/2008/layout/LinedList"/>
    <dgm:cxn modelId="{C824A4F7-E464-4C13-9922-FFBB776E57CC}" srcId="{DDCB74A0-7966-4C69-BA6B-81EFC0B510C5}" destId="{D05D7431-35D4-4C2D-85B3-A613FDA80CEE}" srcOrd="2" destOrd="0" parTransId="{7C8704F9-086D-4329-B573-40722EA60523}" sibTransId="{E68A945A-07C2-4773-8B45-683847A53FDE}"/>
    <dgm:cxn modelId="{ACCB4FE1-F3D4-4A2F-BDA2-19C0CBFF0346}" type="presParOf" srcId="{6F9C1E10-1F6B-4A8E-991D-5B7FE4B594D5}" destId="{8CEABA6C-8EBE-4A18-B580-7662D8C67052}" srcOrd="0" destOrd="0" presId="urn:microsoft.com/office/officeart/2008/layout/LinedList"/>
    <dgm:cxn modelId="{F9DF7329-99B2-45AD-8AE0-3679400A6371}" type="presParOf" srcId="{6F9C1E10-1F6B-4A8E-991D-5B7FE4B594D5}" destId="{4B26A7F2-368F-459B-B52B-4FF06220ACA1}" srcOrd="1" destOrd="0" presId="urn:microsoft.com/office/officeart/2008/layout/LinedList"/>
    <dgm:cxn modelId="{29048554-D021-4877-9800-2CDC709D46EA}" type="presParOf" srcId="{4B26A7F2-368F-459B-B52B-4FF06220ACA1}" destId="{32F8EA93-38D8-4F44-819E-7D75C482715D}" srcOrd="0" destOrd="0" presId="urn:microsoft.com/office/officeart/2008/layout/LinedList"/>
    <dgm:cxn modelId="{DCC249B6-27B9-4574-B97C-83A274D237DD}" type="presParOf" srcId="{4B26A7F2-368F-459B-B52B-4FF06220ACA1}" destId="{7C8458D2-DE9E-4923-A53C-D94E58401962}" srcOrd="1" destOrd="0" presId="urn:microsoft.com/office/officeart/2008/layout/LinedList"/>
    <dgm:cxn modelId="{050E4F15-5941-4048-B76C-3615A693E5BE}" type="presParOf" srcId="{6F9C1E10-1F6B-4A8E-991D-5B7FE4B594D5}" destId="{F18FF9D9-494E-4998-B1BC-FA23B62019AE}" srcOrd="2" destOrd="0" presId="urn:microsoft.com/office/officeart/2008/layout/LinedList"/>
    <dgm:cxn modelId="{45869ED2-8B55-432B-8BD9-6E269D325860}" type="presParOf" srcId="{6F9C1E10-1F6B-4A8E-991D-5B7FE4B594D5}" destId="{6A6212F5-1E05-464F-9E8A-490A027F0A55}" srcOrd="3" destOrd="0" presId="urn:microsoft.com/office/officeart/2008/layout/LinedList"/>
    <dgm:cxn modelId="{A9FDFEDC-D334-40EE-B241-63FA2A73E5FF}" type="presParOf" srcId="{6A6212F5-1E05-464F-9E8A-490A027F0A55}" destId="{2BD72A1B-6CE9-4624-8AD9-8629B89EDD18}" srcOrd="0" destOrd="0" presId="urn:microsoft.com/office/officeart/2008/layout/LinedList"/>
    <dgm:cxn modelId="{A4EC8BC1-D80D-417A-92EF-577E74566C75}" type="presParOf" srcId="{6A6212F5-1E05-464F-9E8A-490A027F0A55}" destId="{408F011D-8086-4CB6-BA97-EBAF37C1A7E6}" srcOrd="1" destOrd="0" presId="urn:microsoft.com/office/officeart/2008/layout/LinedList"/>
    <dgm:cxn modelId="{6097621A-148B-485A-A1C1-6018A2A14F27}" type="presParOf" srcId="{6F9C1E10-1F6B-4A8E-991D-5B7FE4B594D5}" destId="{B3AFECE1-99EC-4927-AC89-DAC278BB420C}" srcOrd="4" destOrd="0" presId="urn:microsoft.com/office/officeart/2008/layout/LinedList"/>
    <dgm:cxn modelId="{B10EFFCA-CDC7-489D-996F-5CBDBBBFE891}" type="presParOf" srcId="{6F9C1E10-1F6B-4A8E-991D-5B7FE4B594D5}" destId="{1600C9C5-D885-4220-B3A0-891C3942C9A4}" srcOrd="5" destOrd="0" presId="urn:microsoft.com/office/officeart/2008/layout/LinedList"/>
    <dgm:cxn modelId="{7C520F70-C5A8-47D9-951C-5C91526A26A4}" type="presParOf" srcId="{1600C9C5-D885-4220-B3A0-891C3942C9A4}" destId="{3150068E-E00F-443F-965A-BCDF81036288}" srcOrd="0" destOrd="0" presId="urn:microsoft.com/office/officeart/2008/layout/LinedList"/>
    <dgm:cxn modelId="{1653086D-FA10-480C-A79E-4045E8542D5A}" type="presParOf" srcId="{1600C9C5-D885-4220-B3A0-891C3942C9A4}" destId="{74A45911-693B-4621-81A2-FC77DEEC503B}" srcOrd="1" destOrd="0" presId="urn:microsoft.com/office/officeart/2008/layout/LinedList"/>
    <dgm:cxn modelId="{B0F7D916-F610-46F0-B5C2-DE3590609E2F}" type="presParOf" srcId="{6F9C1E10-1F6B-4A8E-991D-5B7FE4B594D5}" destId="{73BF2865-60F6-4E5C-B1D0-B62024B61690}" srcOrd="6" destOrd="0" presId="urn:microsoft.com/office/officeart/2008/layout/LinedList"/>
    <dgm:cxn modelId="{B8DC713E-3E18-46FF-ADBB-B2725AF19EB1}" type="presParOf" srcId="{6F9C1E10-1F6B-4A8E-991D-5B7FE4B594D5}" destId="{0EBA549A-8DCA-4DEE-A8C3-20655CAF285F}" srcOrd="7" destOrd="0" presId="urn:microsoft.com/office/officeart/2008/layout/LinedList"/>
    <dgm:cxn modelId="{7857B8CE-CFB0-4F22-99B4-0DE7618848C4}" type="presParOf" srcId="{0EBA549A-8DCA-4DEE-A8C3-20655CAF285F}" destId="{DA070746-36E9-4570-942B-79747364E26D}" srcOrd="0" destOrd="0" presId="urn:microsoft.com/office/officeart/2008/layout/LinedList"/>
    <dgm:cxn modelId="{95C53F6D-A9E9-429F-AA7C-D692CB5710A0}" type="presParOf" srcId="{0EBA549A-8DCA-4DEE-A8C3-20655CAF285F}" destId="{370FA921-1BA2-4098-BBBD-EB408C91DFEF}" srcOrd="1" destOrd="0" presId="urn:microsoft.com/office/officeart/2008/layout/LinedList"/>
    <dgm:cxn modelId="{2FEC72CA-5BF1-44DA-9E5D-9E2AAD28236D}" type="presParOf" srcId="{6F9C1E10-1F6B-4A8E-991D-5B7FE4B594D5}" destId="{5BB1D1AF-D086-469D-8451-6554552287A0}" srcOrd="8" destOrd="0" presId="urn:microsoft.com/office/officeart/2008/layout/LinedList"/>
    <dgm:cxn modelId="{80C028FB-6594-42AE-8FFA-BD380F02ABEE}" type="presParOf" srcId="{6F9C1E10-1F6B-4A8E-991D-5B7FE4B594D5}" destId="{7523A523-AC22-46E3-A58C-CE908B939464}" srcOrd="9" destOrd="0" presId="urn:microsoft.com/office/officeart/2008/layout/LinedList"/>
    <dgm:cxn modelId="{C3E25EDE-3682-49ED-83B1-36F86CAAA277}" type="presParOf" srcId="{7523A523-AC22-46E3-A58C-CE908B939464}" destId="{34458AB6-B6F0-4E10-96A2-CEDC389A6ECD}" srcOrd="0" destOrd="0" presId="urn:microsoft.com/office/officeart/2008/layout/LinedList"/>
    <dgm:cxn modelId="{09CF29CE-D278-4B87-98F3-DCABDA375004}" type="presParOf" srcId="{7523A523-AC22-46E3-A58C-CE908B939464}" destId="{B33C8BC1-B397-4069-9902-D8EC3365D018}" srcOrd="1" destOrd="0" presId="urn:microsoft.com/office/officeart/2008/layout/LinedList"/>
    <dgm:cxn modelId="{0BCD7C9A-635C-4374-978B-0E8FA8767A4A}" type="presParOf" srcId="{6F9C1E10-1F6B-4A8E-991D-5B7FE4B594D5}" destId="{BC6B5112-7749-4BD4-9EE0-96FB5C121B9F}" srcOrd="10" destOrd="0" presId="urn:microsoft.com/office/officeart/2008/layout/LinedList"/>
    <dgm:cxn modelId="{F528D2A3-FE90-482B-906B-D7FE3CA29AC7}" type="presParOf" srcId="{6F9C1E10-1F6B-4A8E-991D-5B7FE4B594D5}" destId="{05A8AFD7-B694-4D3B-92EE-B1E2B1084518}" srcOrd="11" destOrd="0" presId="urn:microsoft.com/office/officeart/2008/layout/LinedList"/>
    <dgm:cxn modelId="{9FEDB5C0-2DB2-4DB3-9109-5B6B236C355F}" type="presParOf" srcId="{05A8AFD7-B694-4D3B-92EE-B1E2B1084518}" destId="{BEA7C867-AAFA-4A49-A666-B01EFA3EC73C}" srcOrd="0" destOrd="0" presId="urn:microsoft.com/office/officeart/2008/layout/LinedList"/>
    <dgm:cxn modelId="{2CF6A357-FAC9-4CA7-B5C6-C1E465605A6A}" type="presParOf" srcId="{05A8AFD7-B694-4D3B-92EE-B1E2B1084518}" destId="{927A059F-2E04-4388-9E61-BDB775BC0A5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EABA6C-8EBE-4A18-B580-7662D8C67052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F8EA93-38D8-4F44-819E-7D75C482715D}">
      <dsp:nvSpPr>
        <dsp:cNvPr id="0" name=""/>
        <dsp:cNvSpPr/>
      </dsp:nvSpPr>
      <dsp:spPr>
        <a:xfrm>
          <a:off x="0" y="2703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600" kern="1200"/>
            <a:t>Git hub Projekt</a:t>
          </a:r>
          <a:endParaRPr lang="en-US" sz="3600" kern="1200"/>
        </a:p>
      </dsp:txBody>
      <dsp:txXfrm>
        <a:off x="0" y="2703"/>
        <a:ext cx="6900512" cy="921789"/>
      </dsp:txXfrm>
    </dsp:sp>
    <dsp:sp modelId="{F18FF9D9-494E-4998-B1BC-FA23B62019AE}">
      <dsp:nvSpPr>
        <dsp:cNvPr id="0" name=""/>
        <dsp:cNvSpPr/>
      </dsp:nvSpPr>
      <dsp:spPr>
        <a:xfrm>
          <a:off x="0" y="924492"/>
          <a:ext cx="6900512" cy="0"/>
        </a:xfrm>
        <a:prstGeom prst="line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D72A1B-6CE9-4624-8AD9-8629B89EDD18}">
      <dsp:nvSpPr>
        <dsp:cNvPr id="0" name=""/>
        <dsp:cNvSpPr/>
      </dsp:nvSpPr>
      <dsp:spPr>
        <a:xfrm>
          <a:off x="0" y="924492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600" kern="1200" dirty="0"/>
            <a:t>Klassendiagramm</a:t>
          </a:r>
          <a:endParaRPr lang="en-US" sz="3600" kern="1200" dirty="0"/>
        </a:p>
      </dsp:txBody>
      <dsp:txXfrm>
        <a:off x="0" y="924492"/>
        <a:ext cx="6900512" cy="921789"/>
      </dsp:txXfrm>
    </dsp:sp>
    <dsp:sp modelId="{B3AFECE1-99EC-4927-AC89-DAC278BB420C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50068E-E00F-443F-965A-BCDF81036288}">
      <dsp:nvSpPr>
        <dsp:cNvPr id="0" name=""/>
        <dsp:cNvSpPr/>
      </dsp:nvSpPr>
      <dsp:spPr>
        <a:xfrm>
          <a:off x="0" y="1846281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600" kern="1200" dirty="0"/>
            <a:t>Algorithmus </a:t>
          </a:r>
          <a:r>
            <a:rPr lang="de-AT" sz="3600" kern="1200" dirty="0" err="1"/>
            <a:t>Simulated</a:t>
          </a:r>
          <a:r>
            <a:rPr lang="de-AT" sz="3600" kern="1200" dirty="0"/>
            <a:t> </a:t>
          </a:r>
          <a:r>
            <a:rPr lang="de-AT" sz="3600" kern="1200" dirty="0" err="1"/>
            <a:t>Annealing</a:t>
          </a:r>
          <a:endParaRPr lang="en-US" sz="3600" kern="1200" dirty="0"/>
        </a:p>
      </dsp:txBody>
      <dsp:txXfrm>
        <a:off x="0" y="1846281"/>
        <a:ext cx="6900512" cy="921789"/>
      </dsp:txXfrm>
    </dsp:sp>
    <dsp:sp modelId="{73BF2865-60F6-4E5C-B1D0-B62024B61690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070746-36E9-4570-942B-79747364E26D}">
      <dsp:nvSpPr>
        <dsp:cNvPr id="0" name=""/>
        <dsp:cNvSpPr/>
      </dsp:nvSpPr>
      <dsp:spPr>
        <a:xfrm>
          <a:off x="0" y="2768070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600" kern="1200"/>
            <a:t>ER- Diagramm</a:t>
          </a:r>
          <a:endParaRPr lang="en-US" sz="3600" kern="1200" dirty="0"/>
        </a:p>
      </dsp:txBody>
      <dsp:txXfrm>
        <a:off x="0" y="2768070"/>
        <a:ext cx="6900512" cy="921789"/>
      </dsp:txXfrm>
    </dsp:sp>
    <dsp:sp modelId="{5BB1D1AF-D086-469D-8451-6554552287A0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458AB6-B6F0-4E10-96A2-CEDC389A6ECD}">
      <dsp:nvSpPr>
        <dsp:cNvPr id="0" name=""/>
        <dsp:cNvSpPr/>
      </dsp:nvSpPr>
      <dsp:spPr>
        <a:xfrm>
          <a:off x="0" y="3689859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600" kern="1200"/>
            <a:t>Datenbank erstellt</a:t>
          </a:r>
          <a:endParaRPr lang="en-US" sz="3600" kern="1200"/>
        </a:p>
      </dsp:txBody>
      <dsp:txXfrm>
        <a:off x="0" y="3689859"/>
        <a:ext cx="6900512" cy="921789"/>
      </dsp:txXfrm>
    </dsp:sp>
    <dsp:sp modelId="{BC6B5112-7749-4BD4-9EE0-96FB5C121B9F}">
      <dsp:nvSpPr>
        <dsp:cNvPr id="0" name=""/>
        <dsp:cNvSpPr/>
      </dsp:nvSpPr>
      <dsp:spPr>
        <a:xfrm>
          <a:off x="0" y="4611648"/>
          <a:ext cx="690051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A7C867-AAFA-4A49-A666-B01EFA3EC73C}">
      <dsp:nvSpPr>
        <dsp:cNvPr id="0" name=""/>
        <dsp:cNvSpPr/>
      </dsp:nvSpPr>
      <dsp:spPr>
        <a:xfrm>
          <a:off x="0" y="4611648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600" kern="1200" dirty="0"/>
            <a:t>Marketing / Logo </a:t>
          </a:r>
          <a:endParaRPr lang="en-US" sz="3600" kern="1200" dirty="0"/>
        </a:p>
      </dsp:txBody>
      <dsp:txXfrm>
        <a:off x="0" y="4611648"/>
        <a:ext cx="6900512" cy="9217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C5B028-44EC-4ED9-A5D3-97FD9C9F269E}" type="datetimeFigureOut">
              <a:rPr lang="de-AT" smtClean="0"/>
              <a:t>12.11.2025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422F14-4761-4DFF-A707-92B243CD09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03684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422F14-4761-4DFF-A707-92B243CD0942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66086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122A02-9436-E465-FD0A-C4AF2FB72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B8ACD0-F7D5-0B9C-4E59-81012A97A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5F46EB-18B1-CB92-F723-38BE8A2B0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C7BD-834A-4330-BD8C-C13B8D838CE2}" type="datetimeFigureOut">
              <a:rPr lang="de-AT" smtClean="0"/>
              <a:t>12.11.2025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CE3257-7B21-FFF9-3AE3-E5D8C503A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97CA24-C472-B53B-962B-7D08236B2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0C751-D3C7-4C37-8D61-62B2D20D955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28893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513AEE-DE88-5C1D-BA0F-CE104D971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6F4178-0DEE-A9C4-82CE-2C5C5D0CA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1E3711-E532-5627-71EC-3CD871AA1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C7BD-834A-4330-BD8C-C13B8D838CE2}" type="datetimeFigureOut">
              <a:rPr lang="de-AT" smtClean="0"/>
              <a:t>12.11.2025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1F9E62-D89A-6D8A-84C0-E9CB1E4CD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B03DDA-F6EC-E54D-5838-348728BC9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0C751-D3C7-4C37-8D61-62B2D20D955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8262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4028EF-09A1-3BA3-DEAE-4B66CC58F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EB89D4-7FC7-56A2-7DD2-A3E04DBE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65916B-47D0-1FF7-3586-94DE1ACF6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C7BD-834A-4330-BD8C-C13B8D838CE2}" type="datetimeFigureOut">
              <a:rPr lang="de-AT" smtClean="0"/>
              <a:t>12.11.2025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B78A6C-A3CF-88BF-8E19-CEDE22B0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4161F5-5E01-7AC8-D1CF-5B598364D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0C751-D3C7-4C37-8D61-62B2D20D955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01631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21935A-FB46-457B-DB4A-94842379A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9F1439-3E94-CE0A-4BB0-7A9CC7C20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DC74A3F-3A45-3085-1A0F-D25D7CD50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E1E8F37-CFFF-24CB-9720-CCA0876FD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C7BD-834A-4330-BD8C-C13B8D838CE2}" type="datetimeFigureOut">
              <a:rPr lang="de-AT" smtClean="0"/>
              <a:t>12.11.2025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F5DF95-8858-D7BF-F6BF-7DA4334E2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BE6925A-8F45-FFD4-63FD-1E9B5EC57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0C751-D3C7-4C37-8D61-62B2D20D955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23257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036F81-171C-F8A4-CA54-B2B941CEA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B719AB-CB3E-A413-F9E0-6DC5E3047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AA40419-EAF0-2D28-8C40-7D6ABF5CC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4BBDED2-4624-B0C0-0C07-FF9EFC3A30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1EF4DA7-2422-AE06-395F-79FEF37E58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513FE8B-EFEC-B839-16E8-9BCE0D6AA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C7BD-834A-4330-BD8C-C13B8D838CE2}" type="datetimeFigureOut">
              <a:rPr lang="de-AT" smtClean="0"/>
              <a:t>12.11.2025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0E4BEDB-A8BA-5572-4CF8-0ACC2F0D3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6497CD-52D5-6E94-865B-E8C5387A4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0C751-D3C7-4C37-8D61-62B2D20D955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11018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DA45E5-6E38-0B5C-DD50-99E121F6F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B862CE6-9A95-DB37-238A-4C30F48EB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C7BD-834A-4330-BD8C-C13B8D838CE2}" type="datetimeFigureOut">
              <a:rPr lang="de-AT" smtClean="0"/>
              <a:t>12.11.2025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D1EEE9C-E5C5-63B5-8359-AB0B09981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5F784EF-0F8A-BA20-4500-55F444AE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0C751-D3C7-4C37-8D61-62B2D20D955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95078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6C46C16-66C8-6AC1-D66B-FD9DAAA8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C7BD-834A-4330-BD8C-C13B8D838CE2}" type="datetimeFigureOut">
              <a:rPr lang="de-AT" smtClean="0"/>
              <a:t>12.11.2025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0C382F5-8497-A8E4-7B3C-50D6A3E9A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FFD11C2-737A-407F-7C01-347215C09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0C751-D3C7-4C37-8D61-62B2D20D955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90298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764570-5129-3FF5-EB5C-860A5AE2A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502655-B287-9092-67DE-E5EA2AC4F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8ADE44-165A-EEED-5EC3-5276620CC8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E5C2650-0272-4166-E2B9-1CFA65642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C7BD-834A-4330-BD8C-C13B8D838CE2}" type="datetimeFigureOut">
              <a:rPr lang="de-AT" smtClean="0"/>
              <a:t>12.11.2025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9EA1797-30F1-043A-3729-000AC7DAE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F0F5912-946B-EA27-F74F-C1D90DCE6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0C751-D3C7-4C37-8D61-62B2D20D955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45858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57FBCA-C4C9-9E9A-8BA2-7FE51FA48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9435CB6-CF57-77C2-A574-13D2FD9272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55384B3-D09E-98FA-6026-A26087DFF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B2D039-BF05-8907-0F0B-F4446FB85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C7BD-834A-4330-BD8C-C13B8D838CE2}" type="datetimeFigureOut">
              <a:rPr lang="de-AT" smtClean="0"/>
              <a:t>12.11.2025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F033267-604C-FA7C-BCCA-23057AE00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206E1C-D2FA-A55E-E7D4-5532FD28F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0C751-D3C7-4C37-8D61-62B2D20D955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79591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D66D7C-7347-CE41-779F-686E38F6C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1E6AC73-8E32-006B-CECC-35FBC2610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B2290F-5683-4396-1FD0-81E34961F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C7BD-834A-4330-BD8C-C13B8D838CE2}" type="datetimeFigureOut">
              <a:rPr lang="de-AT" smtClean="0"/>
              <a:t>12.11.2025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123B10-5BCE-9F4F-4078-8AFBBC143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34A650-A93E-A14E-D795-4D5B50D63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0C751-D3C7-4C37-8D61-62B2D20D955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75702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1CFF72D-8C30-0E70-C571-8B8743571B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64F79E-0723-63B5-6E24-FF8FD51E5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025A19-9349-EE07-83F7-F22A609B3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C7BD-834A-4330-BD8C-C13B8D838CE2}" type="datetimeFigureOut">
              <a:rPr lang="de-AT" smtClean="0"/>
              <a:t>12.11.2025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D3643C-BF63-535F-3A40-E5FE9115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5633AC-0E23-36CC-0E0A-B296B5587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0C751-D3C7-4C37-8D61-62B2D20D955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14821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6A67454-CBF4-5FD0-0329-927DC3258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0765B5B-AFA7-7F65-5050-9756AF9F2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131D20-3779-29A7-60A9-A2281E8AED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9FC7BD-834A-4330-BD8C-C13B8D838CE2}" type="datetimeFigureOut">
              <a:rPr lang="de-AT" smtClean="0"/>
              <a:t>12.11.2025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F60678-4DAE-A887-D0D1-ED53F30BBA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73BC5A-5BB0-F4E8-FBCD-75E9A3F5B8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60C751-D3C7-4C37-8D61-62B2D20D955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41130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3203463" y="-2060461"/>
            <a:ext cx="5649003" cy="10651671"/>
          </a:xfrm>
          <a:custGeom>
            <a:avLst/>
            <a:gdLst>
              <a:gd name="connsiteX0" fmla="*/ 0 w 5649003"/>
              <a:gd name="connsiteY0" fmla="*/ 5325836 h 10651671"/>
              <a:gd name="connsiteX1" fmla="*/ 2824502 w 5649003"/>
              <a:gd name="connsiteY1" fmla="*/ 0 h 10651671"/>
              <a:gd name="connsiteX2" fmla="*/ 5649004 w 5649003"/>
              <a:gd name="connsiteY2" fmla="*/ 5325836 h 10651671"/>
              <a:gd name="connsiteX3" fmla="*/ 2824502 w 5649003"/>
              <a:gd name="connsiteY3" fmla="*/ 10651672 h 10651671"/>
              <a:gd name="connsiteX4" fmla="*/ 0 w 5649003"/>
              <a:gd name="connsiteY4" fmla="*/ 5325836 h 1065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9003" h="10651671" fill="none" extrusionOk="0">
                <a:moveTo>
                  <a:pt x="0" y="5325836"/>
                </a:moveTo>
                <a:cubicBezTo>
                  <a:pt x="186946" y="2320485"/>
                  <a:pt x="1438121" y="-52385"/>
                  <a:pt x="2824502" y="0"/>
                </a:cubicBezTo>
                <a:cubicBezTo>
                  <a:pt x="4703838" y="-43168"/>
                  <a:pt x="5583840" y="2369660"/>
                  <a:pt x="5649004" y="5325836"/>
                </a:cubicBezTo>
                <a:cubicBezTo>
                  <a:pt x="5518761" y="8289338"/>
                  <a:pt x="4285196" y="10894014"/>
                  <a:pt x="2824502" y="10651672"/>
                </a:cubicBezTo>
                <a:cubicBezTo>
                  <a:pt x="1536945" y="11016699"/>
                  <a:pt x="142947" y="8418643"/>
                  <a:pt x="0" y="5325836"/>
                </a:cubicBezTo>
                <a:close/>
              </a:path>
              <a:path w="5649003" h="10651671" stroke="0" extrusionOk="0">
                <a:moveTo>
                  <a:pt x="0" y="5325836"/>
                </a:moveTo>
                <a:cubicBezTo>
                  <a:pt x="-54350" y="2332108"/>
                  <a:pt x="1351726" y="167869"/>
                  <a:pt x="2824502" y="0"/>
                </a:cubicBezTo>
                <a:cubicBezTo>
                  <a:pt x="4182679" y="-143942"/>
                  <a:pt x="5672665" y="2549517"/>
                  <a:pt x="5649004" y="5325836"/>
                </a:cubicBezTo>
                <a:cubicBezTo>
                  <a:pt x="5518596" y="8280244"/>
                  <a:pt x="4081190" y="10622204"/>
                  <a:pt x="2824502" y="10651672"/>
                </a:cubicBezTo>
                <a:cubicBezTo>
                  <a:pt x="1216708" y="10537144"/>
                  <a:pt x="-100850" y="8264979"/>
                  <a:pt x="0" y="5325836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CFFB9-C44D-A5DA-1BAA-770835D03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6544" y="1911096"/>
            <a:ext cx="8055864" cy="2076651"/>
          </a:xfrm>
        </p:spPr>
        <p:txBody>
          <a:bodyPr anchor="b">
            <a:normAutofit/>
          </a:bodyPr>
          <a:lstStyle/>
          <a:p>
            <a:r>
              <a:rPr lang="de-AT" sz="6600">
                <a:solidFill>
                  <a:srgbClr val="FFFFFF"/>
                </a:solidFill>
              </a:rPr>
              <a:t>Sprint review #1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65C16BA-0002-5DC2-308E-05E2A68FEC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7832" y="4353507"/>
            <a:ext cx="5733288" cy="932688"/>
          </a:xfrm>
        </p:spPr>
        <p:txBody>
          <a:bodyPr>
            <a:normAutofit/>
          </a:bodyPr>
          <a:lstStyle/>
          <a:p>
            <a:r>
              <a:rPr lang="de-AT" sz="2000">
                <a:solidFill>
                  <a:srgbClr val="FFFFFF"/>
                </a:solidFill>
              </a:rPr>
              <a:t>Marc Preslmair, Luca Preslmair, Sean Cinac, Andi Misic, Alessandro Leumüller, Julian Forster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BABD5D-CB6E-72DB-BFFE-E0121D264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Zeit Aufzeichungen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C38292E-92F2-B721-4030-F4FE877A9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694317"/>
            <a:ext cx="11548872" cy="34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175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2A145CE-C0AA-D2F1-C1A5-EE72D1533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de-AT" sz="5400"/>
              <a:t>An was haben wir gearbeitet?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80EB4E58-4EC0-EBA4-7FB6-D4BA01E0A4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5462955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63917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49EAAB-CF16-5F07-8DAA-1FAAF1DB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Git hub Projekt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BF5B335-708F-F7A3-463B-3A4E203F6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50011"/>
            <a:ext cx="10097246" cy="506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983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E7B8A1-7093-2242-CA88-0D3A0D9F9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Klassendiagramm</a:t>
            </a:r>
          </a:p>
        </p:txBody>
      </p:sp>
      <p:pic>
        <p:nvPicPr>
          <p:cNvPr id="8" name="Grafik 7" descr="Ein Bild, das Text, Diagramm, Schrift, Reihe enthält.&#10;&#10;KI-generierte Inhalte können fehlerhaft sein.">
            <a:extLst>
              <a:ext uri="{FF2B5EF4-FFF2-40B4-BE49-F238E27FC236}">
                <a16:creationId xmlns:a16="http://schemas.microsoft.com/office/drawing/2014/main" id="{05E467F2-8C2A-CBD3-ABE3-C62C20539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894" y="1690688"/>
            <a:ext cx="12251787" cy="397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60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33D5241-6493-40A5-7DED-89BE62EC0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Algorithmus Demo</a:t>
            </a:r>
          </a:p>
        </p:txBody>
      </p:sp>
      <p:sp>
        <p:nvSpPr>
          <p:cNvPr id="10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Ein Bild, das Farbigkeit, Grün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DCD719F7-463D-3326-75A5-F08DBBE09E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4" r="2" b="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89200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10528F-1E00-31CD-3A93-EC2C66A96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Er – Diagramm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08CEE7D-A1CF-4B97-DE9F-ED285D1B2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3419" y="4338"/>
            <a:ext cx="3430592" cy="685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73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1C6FCD-3DF3-ECB1-2BA7-2B622922B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656" y="247179"/>
            <a:ext cx="10909640" cy="10741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Postgres Datenbank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FB0FD13-FD9F-276D-21D2-C19CB1217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56" y="2002127"/>
            <a:ext cx="3861138" cy="472271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56D957E-78D7-7AE2-3D49-2EA55BE83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979" y="2912213"/>
            <a:ext cx="6999728" cy="300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312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CE75D19-F635-80B7-D029-691D3CFF8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3988" y="320041"/>
            <a:ext cx="6707084" cy="38926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Marketing / Logo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6DD1169-CD49-9182-00E9-7ACCD94A1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040" y="428239"/>
            <a:ext cx="4087368" cy="5683387"/>
          </a:xfrm>
          <a:prstGeom prst="rect">
            <a:avLst/>
          </a:pr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3987" y="4409267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549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Office PowerPoint</Application>
  <PresentationFormat>Breitbild</PresentationFormat>
  <Paragraphs>17</Paragraphs>
  <Slides>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</vt:lpstr>
      <vt:lpstr>Sprint review #1</vt:lpstr>
      <vt:lpstr>Zeit Aufzeichungen</vt:lpstr>
      <vt:lpstr>An was haben wir gearbeitet?</vt:lpstr>
      <vt:lpstr>Git hub Projekt</vt:lpstr>
      <vt:lpstr>Klassendiagramm</vt:lpstr>
      <vt:lpstr>Algorithmus Demo</vt:lpstr>
      <vt:lpstr>Er – Diagramm</vt:lpstr>
      <vt:lpstr>Postgres Datenbank</vt:lpstr>
      <vt:lpstr>Marketing / Logo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Preslmair Marc</dc:creator>
  <cp:lastModifiedBy>Preslmair Marc</cp:lastModifiedBy>
  <cp:revision>1</cp:revision>
  <dcterms:created xsi:type="dcterms:W3CDTF">2025-11-12T09:50:44Z</dcterms:created>
  <dcterms:modified xsi:type="dcterms:W3CDTF">2025-11-12T10:45:42Z</dcterms:modified>
</cp:coreProperties>
</file>